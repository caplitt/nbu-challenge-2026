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c3a84343-e4de-ad55-f5e4-5f6decfb49c2}">
          <p14:sldIdLst>
            <p14:sldId id="256"/>
            <p14:sldId id="257"/>
          </p14:sldIdLst>
        </p14:section>
        <p14:section name="Огляд" id="{264103d9-0eb1-4dd5-8e09-ff335c6870c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Прогноз" id="{fd959825-5bed-ae9b-b271-382498d5463d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48fa9ecc-f22a-2ecb-161b-85b2dbb1b275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Додатки" id="{9c1fb0c8-58d1-3c85-d6de-ecdaf218086f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20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12%, а ризики зміщені вгору. Друге — керована гнучкість курсу: допускати поступове послаблення гривні замість того, щоб витрачати близько 5 мільярдів доларів резервів щомісяця. Третє — поставити на паузу наступні кроки валютної лібералізації, доки не відновляться резерви. За такої політики інфляція знизиться до 6,5% наприкінці 2027 року і повернеться до цілі 5% у третьому кварталі 2029 року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сягала 117 доларів за барель і у вересні знову перевищила 100 — тоді як НБУ в липні закладав 80–85. Ринок очікує здешевлення: ф'ючерси вказують на 83 долари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облікова ставка — близько 7%, тому гривневі депозити й ОВДП поки привабливі. Але депозитні ставки реагують із запізненням,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а у третьому, за оцінкою КМП, — суттєво гірше прогнозу НБУ. Атаки на енергетику, логістику й порти забирають близько 0,9 пункта зростання. Водночас ринок праці перегрітий: через дефіцит кадрів номінальні зарплати зростають на 25%, реальні — на 17%.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Курс стабільний — близько 51,5 гривні за євро, — але ця стабільність купується резервами.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Той самий файл моделі ми проганяємо в MATLAB з IRIS: розбіжність — у п'ятому знаку, а графіки сценаріїв у презентації побудовані в MATLAB. На історії модель прогнозує інфляцію значно точніше за наївний прогноз.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цього каналу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0,86%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Інфляція досягне піку — близько 10,7% — на початку 2027 року, знизиться до 6,5% наприкінці 2027-го, у 2028-му тимчасово опуститься до 4,1% через дешевшу нафту і з третьому кварталі 2029 року стабілізується на 5%. Ставка — 17% до середини 2027 року, далі поступово знижується до 10,3% наприкінці 2028-го. Віяло показує, наскільки велика невизначеність: з імовірністю 70% інфляція наприкінці 2027 року буде між 3 і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5,3%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У 2028 році базова інфляція опускається нижче цілі — як і в НБУ.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Попит ми бачимо слабшим, ніж НБУ: фактично нульове зростання цього року, 0,7% у 2027-му і 0,8% у 2028-му проти 1,8, 2,8 і 3,0% у НБУ. Причини — слабкий третій квартал, атаки, блокада портів і дефіцит кадрів. Реальна ставка вже вища за нейтральну, тобто політика стримувальна, — тому ми не пропонуємо різкого посилення.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12,5%, а ставку доведеться підняти до 19,5%. Важка зима з ударами по енергетиці підніме інфляцію до 12,0% і майже зупинить зростання ВВП. Натомість нафта по 120 доларів додає лише 0,4 пункта до піку інфляції, і ставка майже не реагує — це шок першого раунду. Висновок: головний ризик для інфляції — курс і резерви.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 без діапазону,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Механічне правило Тейлора для цього не годиться: з ним інфляція наприкінці 2029 року була б лише 4,4%. Критерій — втрати: відхилення інфляції від цілі та розрив ВВП. Кожні 0,5 пункта підвищення зменшують втрати, а оптимум моделі — 16,9%, якщо не реагувати на перший раунд підвищення адмінцін. Тому — 17%.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резерви знижуються, а гнучкіший курс потребує сильного якоря для очікувань. Чому не більше: економіка слабка, а шоки здебільшого з боку пропозиції. Орієнтир: утримувати 17% щонайменше до середини 2027 року, далі знижувати — до близько 15,5% наприкінці 2027-го і 10,5% наприкінці 2028-го. Якщо резерви впадуть нижче 43 мільярдів — готові підвищувати далі; якщо базова інфляція опуститься нижче 7% — знижувати швидше.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Щоб вийти на липневий прогноз НБУ — 69,7 мільярда на кінець року, — потрібно близько 13 мільярдів щомісяця. Якщо ж усе залишиться як влітку, резерви становитимуть 43 мільярди. Тому ми пропонуємо керовану гнучкість: допускати послаблення гривні до 4% на рік, а інтервенції використовувати лише для згладжування. За ставки 17% модель показує фактичне послаблення лише близько 1% на рік, хоча ринок чекає більшого. Захищати певний рівень курсу — прямий шлях до втрати резервів.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гнучкий курс захищає резерви, а гривневі заощадження залишаються вигіднішими за валютні.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керована гнучкість курсу замість витрачання резервів. Третє — пауза в лібералізації валютних обмежень. За такої політики інфляція повернеться до цілі 5% у третьому кварталі 2029 року.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20.10.2026.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natsionalniy-bank-ukrayini-pidvischiv-oblikovu-stavku-do-16" TargetMode="External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9" Type="http://schemas.openxmlformats.org/officeDocument/2006/relationships/hyperlink" Target="https://bank.gov.ua/ua/news/all/natsionalniy-bank-ukrayini-pidvischiv-oblikovu-stavku-do-16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komentar-natsionalnogo-banku-schodo-zmini-realnogo-vvp-u-ii-kvartali-2026-roku" TargetMode="External"/><Relationship Id="rId4" Type="http://schemas.openxmlformats.org/officeDocument/2006/relationships/image" Target="../media/image-18-1.png"/><Relationship Id="rId5" Type="http://schemas.openxmlformats.org/officeDocument/2006/relationships/image" Target="../media/image-18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6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1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зниження, що повертає інфляцію до 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 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на рік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допускати поступове послаблення; за ставки 17% фактичне — ≈1% на рік; інтервенції лише згладжують коливання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53,5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Ціль НБУ — 5% на горизонті до 3 років; повернення до цілі — III кв. 2029. Дані на 20.10.2026.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 (НБУ закладав $80–85); ф'ючерси — $83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ОВДП: 1 рік — 15,1%, 2,5 року — 16,5% (06.10): ринок не закладає швидкого зниження; гривневі кредити бізнесу +30% р/р — умови не надто жорсткі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84581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6,5%)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0,7–1,0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1,2–5,5)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0,86%/міс + сезонність − 0,1 в. п. (разові ефекти вересня) → грудень 12,1%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Допустиме послаблення (цільовий темп): 4% у 2027, 3% у 2028; фактичний курс — з моделі (≈1% на рік)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 (EUR/USD)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крива: $101 (IV кв. 2026) → $83 (кінець 2027) → $76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0,86% на місяць (з урахуванням сезонності) — це ≈11%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(10%): вересень уже вивів інфляцію з його траєкторії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5% у 2029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≈10,7% у I кв. 2027; 6,5% наприкінці 2027 (НБУ: 6,9%); у 2028 — тимчасово ≈4,1% (дешевша нафта); 5% — з III кв.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15,5% наприкінці 2027 → 10,3% — 2028 → 9,0%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3,2 до 9,9%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5,3% наприкінці року проти 5,1%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6,5% наприкінці 2027 (НБУ 6,9%)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3,0% (НБУ 3,3%) — слабкий попит → простір для зниження ставки з II пів.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рішуче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≈0,3% проти 1,4%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endParaRPr lang="en-US" sz="900" dirty="0"/>
          </a:p>
        </p:txBody>
      </p:sp>
      <p:pic>
        <p:nvPicPr>
          <p:cNvPr id="5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6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0,7% / 0,8%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12%, ставка до ≈20%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12,0%, ставка ≈18,0%, ВВП 2027 — −0,2%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+0,4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зберегти зв'язок зі строковими депозитами; офіційний курс — керована гнучкість (до ≈4% на рік) без захисту рівня;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5% без діапазону, горизонт — до 3 років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Після утримання — траєкторія, що повертає інфляцію до 5% на горизонті; за чистим правилом у 2029 було б лише 4,4%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ставка зараз: 16,9% без реакції на перший раунд адмінцін (практика ІТ), 16,7–17,3% — залежно від згладжування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17% — найближче до оптимуму без реакції на адмінціни; 17,5% — якщо з'являться вторинні ефекти тарифів і пального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336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5,3%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092335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476383"/>
            <a:ext cx="7802575" cy="102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Без реакції на перший раунд адмінцін оптимум моделі — 16,9%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542905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4926953"/>
            <a:ext cx="7802575" cy="1336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2027; далі зниження до ≈15,5% наприкінці 2027 і ≈10,5% — 2028: інфляція 5% у 2029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Подальше підвищення (до ≈20%)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 (як рахує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послаблення); за ставки 17% модель дає ≈1% на рік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допускати послаблення до ≈4% на рік, інтервенції лише згладжують; рівень курсу не захищати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інфляції, зміщення ризиків угору та зниження міжнародних резервів. НБУ утримуватиме ставку щонайменше до середини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5% у 2029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6,5% наприкінці 2027, ціль 5% — III кв.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НБУ, Grui &amp; Vdovychenko (2019); вага нафти — наше калібрування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623300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23300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6644488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вище стовпців у 2027–2028 — ставка тримається вище правила, щоб інфляція повернулася саме до 5%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2029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0,7–1,0 в. п. (наївний прогноз: 1,2–5,5)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Базовий прогноз по півріччях</a:t>
            </a:r>
            <a:endParaRPr lang="en-US" sz="2600" dirty="0"/>
          </a:p>
        </p:txBody>
      </p:sp>
      <p:graphicFrame>
        <p:nvGraphicFramePr>
          <p:cNvPr id="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Джерела даних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2026-10-20T18:53:13Z</dcterms:created>
  <dcterms:modified xsi:type="dcterms:W3CDTF">2026-10-20T18:53:13Z</dcterms:modified>
</cp:coreProperties>
</file>