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985d0f5f-7928-f7df-4da1-1bdd8abbc78f}">
          <p14:sldIdLst>
            <p14:sldId id="256"/>
            <p14:sldId id="257"/>
          </p14:sldIdLst>
        </p14:section>
        <p14:section name="Огляд" id="{5b347846-5063-9620-6e27-98a678dd173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6f0e1377-3bb9-7840-e4c1-69f886296b4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08d1bb86-a358-f41e-6ba8-6b0b1bffa03b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Додатки" id="{028fa3c1-f935-c08f-8ab4-1b203d42dfb3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7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0,5 пункта, до 16,5%, і утримувати її щонайменше до кінця першого кварталу 2027 року. Інфляція знову прискорюється: у грудні вона сягне майже 10%, а ризики зміщені вгору. Друге — керована гнучкість курсу: дозволити гривні поступово послаблюватися до євро, приблизно на 4% у 2027 році, замість того щоб витрачати близько 5 мільярдів доларів резервів щомісяця. Третє — поставити на паузу наступні кроки валютної лібералізації, доки не відновляться резерви і ритм допомоги. За такої політики інфляція знизиться до 6,9% наприкінці 2027 року і досягне цілі 5% у другому кварталі 2028 року. Далі — як ми дійшли до цих висновків.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 і у вересні знову перевищила 100 — тоді як НБУ в липні закладав 80–85. Ринок очікує здешевлення: ф'ючерси вказують на 83 долари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прискорилася до 8,1%. Головні рушії — пальне, яке подорожчало майже на 39% за рік, і адмінрегульовані ціни. Але більше нас турбує базова інфляція: вона тримається на рівні 8,1% три місяці поспіль, а послуги дорожчають на 13% через зарплати, оренду й логістику. Стримує лише продовольство: через блокаду Чорного моря зерно й овочі залишаються на внутрішньому ринку.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облікова ставка — близько 7%, тому гривневі депозити й ОВДП поки привабливі. Але депозитні ставки реагують із запізненням,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зростають на 25%, реальні — на 17%.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Курс стабільний — близько 51,5 гривні за євро, — але ця стабільність купується резервами.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автоматично завантажуються з API НБУ, Держстату, ЄЦБ і Eurostat; фільтр Калмана оцінює розриви й тренди; далі — прогноз із судженнями й аналіз політики. Щоб бути впевненими в результатах, той самий файл моделі ми проганяємо в MATLAB з IRIS, як у НБУ: розбіжність — у п'ятому знаку після коми, а графіки сценаріїв у презентації побудовані в MATLAB. На історії модель прогнозує інфляцію на рік уперед значно точніше за наївний прогноз.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 НБУ. У шаблоні одна крива Філіпса для всієї інфляції, тож нафтовий шок або не впливає на ціни, або дає хибні коливання через курс. Ми розділили інфляцію на базову і небазову: крива Філіпса описує базову, а небазові ціни реагують на світову ціну нафти та курс. На графіку видно: нафта на 20% дорожча — це плюс 0,3 пункта до інфляції впродовж року, ставка зростає лише на 0,2 пункта, а базова інфляція не прискорюється. Якщо вимкнути цей канал,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дешевше продовольство. Тренд — 0,65% на місяць, тобто близько 8% у річному вимірі. До того ж діє ефект бази: у вересні–грудні 2025 року ціни зросли лише на 1,8%. Тому річна інфляція механічно підніметься до 9,9% у грудні — близько до прогнозу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Інфляція досягне піку — близько 8,9% — на початку 2027 року, знизиться до 6,9% наприкінці 2027-го і досягне цілі у другому кварталі 2028 року. Ставка — 16,5% зараз, близько 14,5% наприкінці 2027-го і 11,2% наприкінці 2028-го. Віяло показує, наскільки велика невизначеність: імовірність, що наприкінці 2027 року інфляція буде в діапазоні 5 плюс-мінус 1%, — лише 17%. Це чесне відображення воєнних ризиків.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5,9%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У 2028 році базова інфляція опускається нижче цілі — як і в НБУ.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1,1% у 2027-му і 0,9% у 2028-му проти 1,8, 2,8 і 3,0% у НБУ. Причини — слабкий третій квартал, атаки, блокада портів і дефіцит кадрів. Реальна ставка вже вища за нейтральну, тобто політика стримувальна, — тому ми не пропонуємо різкого посилення.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каже правило Тейлора. Головна причина тримати ставку високою — прогноз інфляції на три квартали вперед, на 3–4 пункти вищий за ціль. Розрив ВВП майже не тисне на ставку: це не перегрів попиту, а шоки витрат. З 2027 року внесок інфляції зменшується — з'являється простір для зниження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11,6%, а ставку доведеться підняти до 18,6%. Важка зима з ударами по енергетиці підніме інфляцію до 10,5% і майже зупинить зростання ВВП. Натомість нафта по 120 доларів додає лише 0,5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Ми порівняли чотири варіанти рішення 29 жовтня — від зниження до 15,5% до підвищення до 17%; далі ставка в усіх варіантах іде за правилом. Критерій — втрати: відхилення інфляції від цілі та розрив ВВП у 2027–2028 роках. Кожні 0,5 пункта підвищення зменшують втрати. І зверніть увагу: якщо зараз утримати 16%, правило саме підніме ставку до 16,3% на початку 2027 року. Тобто питання не «чи підвищувати», а «зараз чи із запізненням». Оптимальна ставка за моделлю — 16,5%, якщо не реагувати на перший раунд підвищення адмінцін, як і належить за інфляційного таргетування.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16,5%. Чому підвищити: інфляція в грудні сягне майже 10%, базова інфляція стійкіша, ніж очікує НБУ, резерви знижуються, а гнучкіший курс потребує сильного якоря для очікувань. Чому не більше: економіка слабка, реальна ставка вже вища за нейтральну, а шоки здебільшого з боку пропозиції. Орієнтир для ринку: утримувати 16,5% щонайменше до кінця першого кварталу 2027 року, далі — поступове зниження до близько 14,5% наприкінці року. Якщо резерви впадуть нижче 43 мільярдів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триватиме, наприкінці року резерви становитимуть 43 мільярди — 3,6 місяця імпорту, а за затримки допомоги — 38 мільярдів. Тому ми пропонуємо керовану гнучкість: дозволити гривні поступово послаблюватися — приблизно на 4% до євро у 2027 році, — а інтервенції використовувати лише для згладжування коливань. Захищати певний рівень курсу — прямий шлях до втрати резервів.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після підвищення ліміту купівля валюти населенням зросла з 0,39 до 0,58 мільярда доларів на місяць — помітно, але керовано. Стратегія НБУ передбачає, що кроки лібералізації робляться за передумовами, а не за календарем. Тому наступний етап — капітальні операції та операції населення — пропонуємо поставити на паузу, доки резерви не повернуться до 50 мільярдів доларів, а допомога не надходитиме ритмічно. Лібералізацію, яка залучає валюту, — продовжувати, а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превентивно, гнучкий курс захищає резерви, а гривневі заощадження залишаються вигіднішими за валютні.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16,5% і утримувати щонайменше до кінця першого кварталу 2027 року. Друге — керована гнучкість курсу замість витрачання резервів. Третє — пауза в лібералізації валютних обмежень. За такої політики інфляція повернеться до цілі у другому кварталі 2028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Квартальні значення базового сценарію (рішення 16,5% у жовтні, далі — правило).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кінця I кв. 2027; зниження — з II кв. 2027 за базового сценарію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61818"/>
                <a:gridCol w="2661818"/>
                <a:gridCol w="266181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квартал, з урахуванням сезонності; на кінець грудня 2026 — 9,9% (наш короткостроковий прогноз). Повернення до цілі 5% — II кв. 2028. Дані станом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0,3–1,3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0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2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макропрогноз липень 2026 (адмінціни +14,0% / +11,3%)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EIA, 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у II кв. 2028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6,9% наприкінці 2027 (НБУ, липень: 6,9% на грудень)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→ 14,7% наприкінці 2027 → 11,2% наприкінці 2028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імовірність потрапити в 5±1% — 17% наприкінці 2027 і 18% — 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5,9% наприкінці року проти 5,1%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6,9%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2,9% (НБУ 3,3%) — слабкий попит → простір для зниження ставки з II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превентивне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≈0,4% проти 1,4%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1,1% / 0,9%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правилом ставка має лишатися ≈16,5% до весни: інфляція вище цілі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12%, ставка до ≈19%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10,5%, ставка ≈17,0%, ВВП 2027 — 0,2%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+0,5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Варіант (далі — правило)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ставка: 16,5%, якщо не реагувати на перший раунд підвищення адмінцін (практика ІТ); 16,9% — якщо реагувати на весь ІСЦ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Чутливість до згладжування ставки: 16,3–17,6%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поступовість за невизначеності; 17%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весни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5,9%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218688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602736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16,5%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764024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5148072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2027; зниження з II кв. 2027 до ≈14,5% наприкінці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17–19%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кінця I кварталу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II кв.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кінця I кв.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6,9% наприкінці 2027, ціль —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6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9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2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2028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0,3–1,3 в. п. (наївний прогноз: 1,3–5,3)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Базовий прогноз по кварталах</a:t>
            </a:r>
            <a:endParaRPr lang="en-US" sz="26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2026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Джерела даних</a:t>
            </a:r>
            <a:endParaRPr lang="en-US" sz="26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EIA (через DBnomics), ф'ючерси NYMEX BZ (Yahoo Finance); курс USD/EUR — ЄЦБ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2026-10-08T09:15:57Z</dcterms:created>
  <dcterms:modified xsi:type="dcterms:W3CDTF">2026-10-08T09:15:57Z</dcterms:modified>
</cp:coreProperties>
</file>