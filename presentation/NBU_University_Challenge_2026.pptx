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5e3d633c-7805-c495-aed3-f30d20130a56}">
          <p14:sldIdLst>
            <p14:sldId id="256"/>
            <p14:sldId id="257"/>
          </p14:sldIdLst>
        </p14:section>
        <p14:section name="Огляд" id="{8f80531e-ff22-825a-84bd-4b0710a770b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рогноз" id="{59a0e602-cffd-7e60-fe02-1cb27053516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fb0d92d0-d307-0087-8b90-339077251578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Додатки" id="{1ef0dfe4-2b81-7441-5dec-4ce2d34ff554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20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12%, а ризики зміщені вгору. Друге — керована гнучкість курсу: допускати поступове послаблення гривні замість того, щоб витрачати близько 5 мільярдів доларів резервів щомісяця. Третє — поставити на паузу наступні кроки валютної лібералізації, доки не відновляться резерви. За такої політики інфляція знизиться до 6,7% у четвертому кварталі 2027 року і повернеться до цілі 5% у третьому кварталі 2029 року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барель, а у вересні–жовтні знову перевищила 100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А реальна облікова ставка після вересневого стрибка цін знизилася з 7 до 6%: інфляція «з'їла» вересневе підвищення. Депозитні ставки реагують із запізненням, тож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зростають на 25%, реальні — на 17%.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Курс стабільний — близько 51,5 гривні за євро, — але ця стабільність купується резервами.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Той самий файл моделі ми проганяємо в MATLAB з IRIS: розбіжність — у п'ятому знаку, а графіки сценаріїв у презентації побудовані в MATLAB. На історії модель прогнозує інфляцію значно точніше за наївний прогноз.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цього каналу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0,86%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Інфляція досягне піку — близько 11,3% — на початку 2027 року, знизиться до 6,7% наприкінці 2027-го, у 2028-му тимчасово опуститься до 4,0% через дешевшу нафту і з третьому кварталі 2029 року стабілізується на 5%. Ставка — 17% до середини 2027 року, далі поступово знижується до 10,3% наприкінці 2028-го. Віяло показує, наскільки велика невизначеність: з імовірністю 70% інфляція наприкінці 2027 року буде між 3 і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5,4%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У 2028 році базова інфляція опускається нижче цілі — як і в НБУ.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0,7% у 2027-му і 0,8% у 2028-му проти 1,8, 2,8 і 3,0% у НБУ. Причини — слабкий третій квартал, атаки, блокада портів і дефіцит кадрів. Реальна ставка зараз близько 6% — трохи нижче нейтральної. За 17% вона зросте до 9% у другому кварталі 2027-го сама собою, бо інфляція знижуватиметься, — тому одного рішучого кроку достатньо, різкішого посилення не потрібно.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13,3%, а ставку доведеться підняти до 19,6%. Важка зима з ударами по енергетиці підніме інфляцію до 12,7% і майже зупинить зростання ВВП. Натомість нафта по 120 доларів додає лише 0,4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 без діапазону,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Механічне правило Тейлора для цього не годиться: з ним інфляція наприкінці 2029 року була б лише 4,4%. Критерій — втрати: відхилення інфляції від цілі, розрив ВВП і різкі зміни ставки. Вища ставка швидше знижує інфляцію, але коштує спаду й різкіших змін ставки, тож найменші втрати — у діапазоні 17–17,5%. Якщо не реагувати на перший раунд підвищення адмінцін, оптимум — 16,9%. Тому — 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резерви знижуються, а гнучкіший курс потребує сильного якоря для очікувань. Чому не більше: економіка слабка, а шоки здебільшого з боку пропозиції. Орієнтир: утримувати 17% щонайменше до середини 2027 року, далі знижувати — до близько 15,5% наприкінці 2027-го і 10,5% наприкінці 2028-го. Якщо резерви впадуть нижче 43 мільярдів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Щоб вийти на липневий прогноз НБУ — 69,7 мільярда на кінець року, — потрібно близько 13 мільярдів щомісяця. Якщо ж усе залишиться як влітку, резерви становитимуть 43 мільярди. Тому ми пропонуємо керовану гнучкість: допускати послаблення гривні до 4% на рік, а інтервенції використовувати лише для згладжування. За ставки 17% модель показує фактичне послаблення лише близько 1% на рік, хоча ринок чекає більшого. Захищати певний рівень курсу — прямий шлях до втрати резервів.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гнучкий курс захищає резерви, а гривневі заощадження залишаються вигіднішими за валютні.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керована гнучкість курсу замість витрачання резервів. Третє — пауза в лібералізації валютних обмежень. За такої політики інфляція повернеться до цілі 5% у третьому кварталі 2029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20.10.2026.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natsionalniy-bank-ukrayini-pidvischiv-oblikovu-stavku-do-16" TargetMode="External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9" Type="http://schemas.openxmlformats.org/officeDocument/2006/relationships/hyperlink" Target="https://bank.gov.ua/ua/news/all/natsionalniy-bank-ukrayini-pidvischiv-oblikovu-stavku-do-16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komentar-natsionalnogo-banku-schodo-zmini-realnogo-vvp-u-ii-kvartali-2026-roku" TargetMode="External"/><Relationship Id="rId4" Type="http://schemas.openxmlformats.org/officeDocument/2006/relationships/image" Target="../media/image-18-1.png"/><Relationship Id="rId5" Type="http://schemas.openxmlformats.org/officeDocument/2006/relationships/image" Target="../media/image-18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6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1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зниження, що повертає інфляцію до 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на рік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допускати поступове послаблення; за ставки 17% фактичне — ≈1% на рік; інтервенції лише згладжують коливання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Ціль НБУ — 5% на горизонті до 3 років; повернення до цілі — III кв. 2029. Дані на 20.10.2026.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вересні, ≈$105 у жовтні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а реальна ставка після вересня знизилася до ≈6%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≈6,0% (16% − 10,0%) проти ≈7,4% місяцем раніше: інфляція «з'їла» вересневе підвищення; депозитні ставки реагують із лагом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ОВДП: 1 рік — 15,1%, 2,5 року — 16,5% (06.10): ринок не закладає швидкого зниження; гривневі кредити бізнесу +30% р/р — умови не надто жорсткі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8458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6,7%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0,8–1,0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0,86%/міс + сезонність − 0,1 в. п. (разові ефекти вересня) → грудень 12,1%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 (20.10): $109 (IV кв. 2026) →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0,86% на місяць (з урахуванням сезонності) — це ≈11%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(10%): вересень уже вивів інфляцію з його траєкторії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5%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≈11,3% у I кв. 2027; 6,7% у IV кв. 2027 (НБУ: 6,9% у грудні); у 2028 — тимчасово ≈4,0% (дешевша нафта); 5% — з III кв.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15,6% наприкінці 2027 → 10,3% — 2028 → 9,0%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3,2 до 10,3%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5,4%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6,7%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3,0%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рішуче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≈0,3% проти 1,4%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0,7% / 0,8%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зараз ≈6,2% — нижче нейтральної (≈6,6%); за 17% вона зросте до ≈8,7% у II кв. 2027: політика стає стримувальною в міру зниження інфляції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13,3%, ставка до 19,6%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12,7%, ставка до 17,8%, ВВП 2027 — −0,2%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+0,4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зберегти зв'язок зі строковими депозитами; офіційний курс — керована гнучкість (до ≈4% на рік) без захисту рівня;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5% без діапазону, горизонт — до 3 років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найменші втрати — 17–17,5%; обираємо 17%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112,9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 = відхилення інфляції від 5% + 0,5·розрив ВВП² + різкі зміни ставки: вища ставка швидше знижує інфляцію, але потребує різкіших змін ставки й глибшого спаду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Найкращий варіант за різної ваги згладжування: 17,5% (λ = 0,5), 17,5% (λ = 1), 17% (λ = 2); оптимальна траєкторія — 16,8–17,4% зараз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Без реакції на перший раунд адмінцін (практика ІТ) оптимум — 16,9%: тому 17%; 17,5%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5,4%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98704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371088"/>
            <a:ext cx="7802575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за 17% реальна ставка сама зросте з ≈6,2% до ≈8,7% у II кв. 2027 — у міру зниження інфляції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16,9%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64820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032248"/>
            <a:ext cx="7802575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2027; далі зниження до ≈15,5% наприкінці 2027 і ≈10,5% — 2028: інфляція 5% у 2029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Подальше підвищення (до ≈20%)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 (як рахує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за ставки 17% модель дає ≈1% на рік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допускати послаблення до ≈4% на рік, інтервенції лише згладжують; рівень курсу не захищати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5%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6,7% у IV кв. 2027, ціль 5% — III кв.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вище стовпців у 2027–2028 — ставка тримається вище правила, щоб інфляція повернулася саме до 5%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0,8–1,0 в. п. (наївний прогноз: 1,3–6,1)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Базовий прогноз по півріччях</a:t>
            </a:r>
            <a:endParaRPr lang="en-US" sz="26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Джерела даних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2026-10-20T19:30:50Z</dcterms:created>
  <dcterms:modified xsi:type="dcterms:W3CDTF">2026-10-20T19:30:50Z</dcterms:modified>
</cp:coreProperties>
</file>